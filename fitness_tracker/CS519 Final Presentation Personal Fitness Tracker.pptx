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sldIdLst>
    <p:sldId id="336" r:id="rId2"/>
    <p:sldId id="351" r:id="rId3"/>
    <p:sldId id="337" r:id="rId4"/>
    <p:sldId id="257" r:id="rId5"/>
    <p:sldId id="278" r:id="rId6"/>
    <p:sldId id="350" r:id="rId7"/>
    <p:sldId id="347" r:id="rId8"/>
    <p:sldId id="349" r:id="rId9"/>
    <p:sldId id="338" r:id="rId10"/>
    <p:sldId id="354" r:id="rId11"/>
    <p:sldId id="355" r:id="rId12"/>
    <p:sldId id="356" r:id="rId13"/>
    <p:sldId id="290" r:id="rId14"/>
    <p:sldId id="345" r:id="rId15"/>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4660"/>
  </p:normalViewPr>
  <p:slideViewPr>
    <p:cSldViewPr>
      <p:cViewPr varScale="1">
        <p:scale>
          <a:sx n="72" d="100"/>
          <a:sy n="72" d="100"/>
        </p:scale>
        <p:origin x="132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6434" name="Rectangle 2"/>
          <p:cNvSpPr>
            <a:spLocks noGrp="1" noChangeArrowheads="1"/>
          </p:cNvSpPr>
          <p:nvPr>
            <p:ph type="ctrTitle" sz="quarter"/>
          </p:nvPr>
        </p:nvSpPr>
        <p:spPr>
          <a:xfrm>
            <a:off x="685800" y="1676400"/>
            <a:ext cx="7772400" cy="1828800"/>
          </a:xfrm>
        </p:spPr>
        <p:txBody>
          <a:bodyPr/>
          <a:lstStyle>
            <a:lvl1pPr>
              <a:defRPr/>
            </a:lvl1pPr>
          </a:lstStyle>
          <a:p>
            <a:r>
              <a:rPr lang="en-US"/>
              <a:t>Click to edit Master title style</a:t>
            </a:r>
          </a:p>
        </p:txBody>
      </p:sp>
      <p:sp>
        <p:nvSpPr>
          <p:cNvPr id="146435" name="Rectangle 3"/>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en-US"/>
              <a:t>Click to edit Master subtitle style</a:t>
            </a:r>
          </a:p>
        </p:txBody>
      </p:sp>
      <p:sp>
        <p:nvSpPr>
          <p:cNvPr id="4" name="Rectangle 4">
            <a:extLst>
              <a:ext uri="{FF2B5EF4-FFF2-40B4-BE49-F238E27FC236}">
                <a16:creationId xmlns:a16="http://schemas.microsoft.com/office/drawing/2014/main" id="{324A7F23-E4AD-4CFC-9928-82A4E7B6E1C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67CA773-A05E-4AD6-AAA7-AACB93F38DC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CBE7DB2-E4CE-48E1-B769-8E2741D5DC2A}"/>
              </a:ext>
            </a:extLst>
          </p:cNvPr>
          <p:cNvSpPr>
            <a:spLocks noGrp="1" noChangeArrowheads="1"/>
          </p:cNvSpPr>
          <p:nvPr>
            <p:ph type="sldNum" sz="quarter" idx="12"/>
          </p:nvPr>
        </p:nvSpPr>
        <p:spPr>
          <a:ln/>
        </p:spPr>
        <p:txBody>
          <a:bodyPr/>
          <a:lstStyle>
            <a:lvl1pPr>
              <a:defRPr/>
            </a:lvl1pPr>
          </a:lstStyle>
          <a:p>
            <a:pPr>
              <a:defRPr/>
            </a:pPr>
            <a:fld id="{7D5B1056-4F13-4FDC-B690-423083334155}" type="slidenum">
              <a:rPr lang="en-US" altLang="en-US"/>
              <a:pPr>
                <a:defRPr/>
              </a:pPr>
              <a:t>‹#›</a:t>
            </a:fld>
            <a:endParaRPr lang="en-US" altLang="en-US"/>
          </a:p>
        </p:txBody>
      </p:sp>
    </p:spTree>
    <p:extLst>
      <p:ext uri="{BB962C8B-B14F-4D97-AF65-F5344CB8AC3E}">
        <p14:creationId xmlns:p14="http://schemas.microsoft.com/office/powerpoint/2010/main" val="1271733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7C9D6EA-DDBD-4876-8BE3-8FF33C721B9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304C1205-1179-4EEC-B43F-B146C5F643B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E1B0D25-D93E-4751-9244-AC024E5D5B5E}"/>
              </a:ext>
            </a:extLst>
          </p:cNvPr>
          <p:cNvSpPr>
            <a:spLocks noGrp="1" noChangeArrowheads="1"/>
          </p:cNvSpPr>
          <p:nvPr>
            <p:ph type="sldNum" sz="quarter" idx="12"/>
          </p:nvPr>
        </p:nvSpPr>
        <p:spPr>
          <a:ln/>
        </p:spPr>
        <p:txBody>
          <a:bodyPr/>
          <a:lstStyle>
            <a:lvl1pPr>
              <a:defRPr/>
            </a:lvl1pPr>
          </a:lstStyle>
          <a:p>
            <a:pPr>
              <a:defRPr/>
            </a:pPr>
            <a:fld id="{21FDC5C6-C52E-4AF6-B815-2918AE88AC8A}" type="slidenum">
              <a:rPr lang="en-US" altLang="en-US"/>
              <a:pPr>
                <a:defRPr/>
              </a:pPr>
              <a:t>‹#›</a:t>
            </a:fld>
            <a:endParaRPr lang="en-US" altLang="en-US"/>
          </a:p>
        </p:txBody>
      </p:sp>
    </p:spTree>
    <p:extLst>
      <p:ext uri="{BB962C8B-B14F-4D97-AF65-F5344CB8AC3E}">
        <p14:creationId xmlns:p14="http://schemas.microsoft.com/office/powerpoint/2010/main" val="4008646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DEDBA6C-24BA-4C26-A740-2A52C439753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8FA6B7FF-F6BB-43D0-AAF8-84979A483F3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27C3F3A-2FD5-438D-89FC-40B202F5C91B}"/>
              </a:ext>
            </a:extLst>
          </p:cNvPr>
          <p:cNvSpPr>
            <a:spLocks noGrp="1" noChangeArrowheads="1"/>
          </p:cNvSpPr>
          <p:nvPr>
            <p:ph type="sldNum" sz="quarter" idx="12"/>
          </p:nvPr>
        </p:nvSpPr>
        <p:spPr>
          <a:ln/>
        </p:spPr>
        <p:txBody>
          <a:bodyPr/>
          <a:lstStyle>
            <a:lvl1pPr>
              <a:defRPr/>
            </a:lvl1pPr>
          </a:lstStyle>
          <a:p>
            <a:pPr>
              <a:defRPr/>
            </a:pPr>
            <a:fld id="{3FB7F03A-8AAE-43D7-B193-5CEFA42CF941}" type="slidenum">
              <a:rPr lang="en-US" altLang="en-US"/>
              <a:pPr>
                <a:defRPr/>
              </a:pPr>
              <a:t>‹#›</a:t>
            </a:fld>
            <a:endParaRPr lang="en-US" altLang="en-US"/>
          </a:p>
        </p:txBody>
      </p:sp>
    </p:spTree>
    <p:extLst>
      <p:ext uri="{BB962C8B-B14F-4D97-AF65-F5344CB8AC3E}">
        <p14:creationId xmlns:p14="http://schemas.microsoft.com/office/powerpoint/2010/main" val="2104377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981200"/>
            <a:ext cx="4038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4038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FFA96D88-F076-497F-9B2A-FAC37B7C309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D600308-69DD-4814-99F6-D3AAD0CC29A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D38996C0-5496-4D8D-A581-204B0DB6C252}"/>
              </a:ext>
            </a:extLst>
          </p:cNvPr>
          <p:cNvSpPr>
            <a:spLocks noGrp="1" noChangeArrowheads="1"/>
          </p:cNvSpPr>
          <p:nvPr>
            <p:ph type="sldNum" sz="quarter" idx="12"/>
          </p:nvPr>
        </p:nvSpPr>
        <p:spPr>
          <a:ln/>
        </p:spPr>
        <p:txBody>
          <a:bodyPr/>
          <a:lstStyle>
            <a:lvl1pPr>
              <a:defRPr/>
            </a:lvl1pPr>
          </a:lstStyle>
          <a:p>
            <a:pPr>
              <a:defRPr/>
            </a:pPr>
            <a:fld id="{888B6F20-50DD-46F5-85E8-499CE78661A9}" type="slidenum">
              <a:rPr lang="en-US" altLang="en-US"/>
              <a:pPr>
                <a:defRPr/>
              </a:pPr>
              <a:t>‹#›</a:t>
            </a:fld>
            <a:endParaRPr lang="en-US" altLang="en-US"/>
          </a:p>
        </p:txBody>
      </p:sp>
    </p:spTree>
    <p:extLst>
      <p:ext uri="{BB962C8B-B14F-4D97-AF65-F5344CB8AC3E}">
        <p14:creationId xmlns:p14="http://schemas.microsoft.com/office/powerpoint/2010/main" val="34100803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D9E979C6-398B-475A-A71E-7DCF0217663B}"/>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EEBFC087-2199-40FB-A710-F029BF1781B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682E7E5E-E2C6-4941-9CD0-7D0E408CAB28}"/>
              </a:ext>
            </a:extLst>
          </p:cNvPr>
          <p:cNvSpPr>
            <a:spLocks noGrp="1" noChangeArrowheads="1"/>
          </p:cNvSpPr>
          <p:nvPr>
            <p:ph type="sldNum" sz="quarter" idx="12"/>
          </p:nvPr>
        </p:nvSpPr>
        <p:spPr>
          <a:ln/>
        </p:spPr>
        <p:txBody>
          <a:bodyPr/>
          <a:lstStyle>
            <a:lvl1pPr>
              <a:defRPr/>
            </a:lvl1pPr>
          </a:lstStyle>
          <a:p>
            <a:pPr>
              <a:defRPr/>
            </a:pPr>
            <a:fld id="{FA4BC900-AA2C-4B68-950B-D77D61409325}" type="slidenum">
              <a:rPr lang="en-US" altLang="en-US"/>
              <a:pPr>
                <a:defRPr/>
              </a:pPr>
              <a:t>‹#›</a:t>
            </a:fld>
            <a:endParaRPr lang="en-US" altLang="en-US"/>
          </a:p>
        </p:txBody>
      </p:sp>
    </p:spTree>
    <p:extLst>
      <p:ext uri="{BB962C8B-B14F-4D97-AF65-F5344CB8AC3E}">
        <p14:creationId xmlns:p14="http://schemas.microsoft.com/office/powerpoint/2010/main" val="4287109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A80912A8-AE03-4650-84A2-6092BF419576}"/>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C9980FE1-A799-46DD-B2F7-29106EBF86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78B6C9C3-B41B-4CB1-8DCB-246A3AC37C98}"/>
              </a:ext>
            </a:extLst>
          </p:cNvPr>
          <p:cNvSpPr>
            <a:spLocks noGrp="1" noChangeArrowheads="1"/>
          </p:cNvSpPr>
          <p:nvPr>
            <p:ph type="sldNum" sz="quarter" idx="12"/>
          </p:nvPr>
        </p:nvSpPr>
        <p:spPr>
          <a:ln/>
        </p:spPr>
        <p:txBody>
          <a:bodyPr/>
          <a:lstStyle>
            <a:lvl1pPr>
              <a:defRPr/>
            </a:lvl1pPr>
          </a:lstStyle>
          <a:p>
            <a:pPr>
              <a:defRPr/>
            </a:pPr>
            <a:fld id="{9C31ED61-A0BF-4380-A63E-C777A15F0134}" type="slidenum">
              <a:rPr lang="en-US" altLang="en-US"/>
              <a:pPr>
                <a:defRPr/>
              </a:pPr>
              <a:t>‹#›</a:t>
            </a:fld>
            <a:endParaRPr lang="en-US" altLang="en-US"/>
          </a:p>
        </p:txBody>
      </p:sp>
    </p:spTree>
    <p:extLst>
      <p:ext uri="{BB962C8B-B14F-4D97-AF65-F5344CB8AC3E}">
        <p14:creationId xmlns:p14="http://schemas.microsoft.com/office/powerpoint/2010/main" val="1503724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095FFDE-6046-41C2-9D3F-4C27DB6586E2}"/>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03956941-37BB-423A-A90F-AD28F01CD0E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D1C11800-23A8-4631-9D8D-433C21DB92B6}"/>
              </a:ext>
            </a:extLst>
          </p:cNvPr>
          <p:cNvSpPr>
            <a:spLocks noGrp="1" noChangeArrowheads="1"/>
          </p:cNvSpPr>
          <p:nvPr>
            <p:ph type="sldNum" sz="quarter" idx="12"/>
          </p:nvPr>
        </p:nvSpPr>
        <p:spPr>
          <a:ln/>
        </p:spPr>
        <p:txBody>
          <a:bodyPr/>
          <a:lstStyle>
            <a:lvl1pPr>
              <a:defRPr/>
            </a:lvl1pPr>
          </a:lstStyle>
          <a:p>
            <a:pPr>
              <a:defRPr/>
            </a:pPr>
            <a:fld id="{57D7EB7C-F164-463B-81D7-A13F00C5953A}" type="slidenum">
              <a:rPr lang="en-US" altLang="en-US"/>
              <a:pPr>
                <a:defRPr/>
              </a:pPr>
              <a:t>‹#›</a:t>
            </a:fld>
            <a:endParaRPr lang="en-US" altLang="en-US"/>
          </a:p>
        </p:txBody>
      </p:sp>
    </p:spTree>
    <p:extLst>
      <p:ext uri="{BB962C8B-B14F-4D97-AF65-F5344CB8AC3E}">
        <p14:creationId xmlns:p14="http://schemas.microsoft.com/office/powerpoint/2010/main" val="4111401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057D1110-CB2B-4657-970E-21FBC681743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37199509-8614-4939-86F1-A06262C2E1A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100F0F5-154C-4CB5-8992-89B1D3A8EE56}"/>
              </a:ext>
            </a:extLst>
          </p:cNvPr>
          <p:cNvSpPr>
            <a:spLocks noGrp="1" noChangeArrowheads="1"/>
          </p:cNvSpPr>
          <p:nvPr>
            <p:ph type="sldNum" sz="quarter" idx="12"/>
          </p:nvPr>
        </p:nvSpPr>
        <p:spPr>
          <a:ln/>
        </p:spPr>
        <p:txBody>
          <a:bodyPr/>
          <a:lstStyle>
            <a:lvl1pPr>
              <a:defRPr/>
            </a:lvl1pPr>
          </a:lstStyle>
          <a:p>
            <a:pPr>
              <a:defRPr/>
            </a:pPr>
            <a:fld id="{C66B1017-1E2F-4259-8C90-2AF24FF01FDA}" type="slidenum">
              <a:rPr lang="en-US" altLang="en-US"/>
              <a:pPr>
                <a:defRPr/>
              </a:pPr>
              <a:t>‹#›</a:t>
            </a:fld>
            <a:endParaRPr lang="en-US" altLang="en-US"/>
          </a:p>
        </p:txBody>
      </p:sp>
    </p:spTree>
    <p:extLst>
      <p:ext uri="{BB962C8B-B14F-4D97-AF65-F5344CB8AC3E}">
        <p14:creationId xmlns:p14="http://schemas.microsoft.com/office/powerpoint/2010/main" val="5400953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4F8F7CAE-3593-40F3-8BD8-CC72F6AE8D8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CA760F8D-31B3-4336-AE30-E3C7DAA9B9F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E0B54284-0930-4115-8842-65FDB67EA15A}"/>
              </a:ext>
            </a:extLst>
          </p:cNvPr>
          <p:cNvSpPr>
            <a:spLocks noGrp="1" noChangeArrowheads="1"/>
          </p:cNvSpPr>
          <p:nvPr>
            <p:ph type="sldNum" sz="quarter" idx="12"/>
          </p:nvPr>
        </p:nvSpPr>
        <p:spPr>
          <a:ln/>
        </p:spPr>
        <p:txBody>
          <a:bodyPr/>
          <a:lstStyle>
            <a:lvl1pPr>
              <a:defRPr/>
            </a:lvl1pPr>
          </a:lstStyle>
          <a:p>
            <a:pPr>
              <a:defRPr/>
            </a:pPr>
            <a:fld id="{9A2BE26C-5B71-40ED-92F4-EABC354BA550}" type="slidenum">
              <a:rPr lang="en-US" altLang="en-US"/>
              <a:pPr>
                <a:defRPr/>
              </a:pPr>
              <a:t>‹#›</a:t>
            </a:fld>
            <a:endParaRPr lang="en-US" altLang="en-US"/>
          </a:p>
        </p:txBody>
      </p:sp>
    </p:spTree>
    <p:extLst>
      <p:ext uri="{BB962C8B-B14F-4D97-AF65-F5344CB8AC3E}">
        <p14:creationId xmlns:p14="http://schemas.microsoft.com/office/powerpoint/2010/main" val="20152544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B1A6513-B131-49B7-A0B5-93D37787BF2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0E267E1-7B14-4DDF-A12B-2D381BF2993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36327F2-9C2A-475A-8083-386493F20CD0}"/>
              </a:ext>
            </a:extLst>
          </p:cNvPr>
          <p:cNvSpPr>
            <a:spLocks noGrp="1" noChangeArrowheads="1"/>
          </p:cNvSpPr>
          <p:nvPr>
            <p:ph type="sldNum" sz="quarter" idx="12"/>
          </p:nvPr>
        </p:nvSpPr>
        <p:spPr>
          <a:ln/>
        </p:spPr>
        <p:txBody>
          <a:bodyPr/>
          <a:lstStyle>
            <a:lvl1pPr>
              <a:defRPr/>
            </a:lvl1pPr>
          </a:lstStyle>
          <a:p>
            <a:pPr>
              <a:defRPr/>
            </a:pPr>
            <a:fld id="{C61079AB-947F-4F91-8617-D81805E880FB}" type="slidenum">
              <a:rPr lang="en-US" altLang="en-US"/>
              <a:pPr>
                <a:defRPr/>
              </a:pPr>
              <a:t>‹#›</a:t>
            </a:fld>
            <a:endParaRPr lang="en-US" altLang="en-US"/>
          </a:p>
        </p:txBody>
      </p:sp>
    </p:spTree>
    <p:extLst>
      <p:ext uri="{BB962C8B-B14F-4D97-AF65-F5344CB8AC3E}">
        <p14:creationId xmlns:p14="http://schemas.microsoft.com/office/powerpoint/2010/main" val="1437513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81000"/>
            <a:ext cx="2057400"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81000"/>
            <a:ext cx="601980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941BD8D-DC9A-4B17-A0FA-F5D7BC96F24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ACBEEFE-F7E6-45BC-ACB3-4F0E9780792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4737520-D86A-4DF9-9589-8B9DCD619E36}"/>
              </a:ext>
            </a:extLst>
          </p:cNvPr>
          <p:cNvSpPr>
            <a:spLocks noGrp="1" noChangeArrowheads="1"/>
          </p:cNvSpPr>
          <p:nvPr>
            <p:ph type="sldNum" sz="quarter" idx="12"/>
          </p:nvPr>
        </p:nvSpPr>
        <p:spPr>
          <a:ln/>
        </p:spPr>
        <p:txBody>
          <a:bodyPr/>
          <a:lstStyle>
            <a:lvl1pPr>
              <a:defRPr/>
            </a:lvl1pPr>
          </a:lstStyle>
          <a:p>
            <a:pPr>
              <a:defRPr/>
            </a:pPr>
            <a:fld id="{0134A9B8-C68B-4261-8083-0B1B8F846AC2}" type="slidenum">
              <a:rPr lang="en-US" altLang="en-US"/>
              <a:pPr>
                <a:defRPr/>
              </a:pPr>
              <a:t>‹#›</a:t>
            </a:fld>
            <a:endParaRPr lang="en-US" altLang="en-US"/>
          </a:p>
        </p:txBody>
      </p:sp>
    </p:spTree>
    <p:extLst>
      <p:ext uri="{BB962C8B-B14F-4D97-AF65-F5344CB8AC3E}">
        <p14:creationId xmlns:p14="http://schemas.microsoft.com/office/powerpoint/2010/main" val="3784664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duotone>
              <a:schemeClr val="bg1"/>
              <a:srgbClr val="FFFFFF"/>
            </a:duotone>
          </a:blip>
          <a:srcRect/>
          <a:stretch>
            <a:fillRect/>
          </a:stretch>
        </a:blipFill>
        <a:effectLst/>
      </p:bgPr>
    </p:bg>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38E45DA1-20C6-4602-9453-B8BA1D1191CE}"/>
              </a:ext>
            </a:extLst>
          </p:cNvPr>
          <p:cNvSpPr>
            <a:spLocks noGrp="1" noChangeArrowheads="1"/>
          </p:cNvSpPr>
          <p:nvPr>
            <p:ph type="title"/>
          </p:nvPr>
        </p:nvSpPr>
        <p:spPr bwMode="auto">
          <a:xfrm>
            <a:off x="457200" y="381000"/>
            <a:ext cx="8229600" cy="13716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45411" name="Rectangle 3">
            <a:extLst>
              <a:ext uri="{FF2B5EF4-FFF2-40B4-BE49-F238E27FC236}">
                <a16:creationId xmlns:a16="http://schemas.microsoft.com/office/drawing/2014/main" id="{FDBD981D-EFEB-47C2-810B-3A5EDB2F1E69}"/>
              </a:ext>
            </a:extLst>
          </p:cNvPr>
          <p:cNvSpPr>
            <a:spLocks noGrp="1" noChangeArrowheads="1"/>
          </p:cNvSpPr>
          <p:nvPr>
            <p:ph type="body" idx="1"/>
          </p:nvPr>
        </p:nvSpPr>
        <p:spPr bwMode="auto">
          <a:xfrm>
            <a:off x="457200" y="1981200"/>
            <a:ext cx="82296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5412" name="Rectangle 4">
            <a:extLst>
              <a:ext uri="{FF2B5EF4-FFF2-40B4-BE49-F238E27FC236}">
                <a16:creationId xmlns:a16="http://schemas.microsoft.com/office/drawing/2014/main" id="{5CE95BA7-866B-4F4E-901C-B28737924853}"/>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400">
                <a:effectLst>
                  <a:outerShdw blurRad="38100" dist="38100" dir="2700000" algn="tl">
                    <a:srgbClr val="000000"/>
                  </a:outerShdw>
                </a:effectLst>
                <a:latin typeface="Arial" charset="0"/>
              </a:defRPr>
            </a:lvl1pPr>
          </a:lstStyle>
          <a:p>
            <a:pPr>
              <a:defRPr/>
            </a:pPr>
            <a:endParaRPr lang="en-US"/>
          </a:p>
        </p:txBody>
      </p:sp>
      <p:sp>
        <p:nvSpPr>
          <p:cNvPr id="145413" name="Rectangle 5">
            <a:extLst>
              <a:ext uri="{FF2B5EF4-FFF2-40B4-BE49-F238E27FC236}">
                <a16:creationId xmlns:a16="http://schemas.microsoft.com/office/drawing/2014/main" id="{1FB4C2E3-3096-48E2-80C5-F512FE85DB88}"/>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effectLst>
                  <a:outerShdw blurRad="38100" dist="38100" dir="2700000" algn="tl">
                    <a:srgbClr val="000000"/>
                  </a:outerShdw>
                </a:effectLst>
                <a:latin typeface="Arial" charset="0"/>
              </a:defRPr>
            </a:lvl1pPr>
          </a:lstStyle>
          <a:p>
            <a:pPr>
              <a:defRPr/>
            </a:pPr>
            <a:endParaRPr lang="en-US"/>
          </a:p>
        </p:txBody>
      </p:sp>
      <p:sp>
        <p:nvSpPr>
          <p:cNvPr id="145414" name="Rectangle 6">
            <a:extLst>
              <a:ext uri="{FF2B5EF4-FFF2-40B4-BE49-F238E27FC236}">
                <a16:creationId xmlns:a16="http://schemas.microsoft.com/office/drawing/2014/main" id="{FA4E626C-203D-446C-9DBC-EC4D3A2DF2D8}"/>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effectLst>
                  <a:outerShdw blurRad="38100" dist="38100" dir="2700000" algn="tl">
                    <a:srgbClr val="000000"/>
                  </a:outerShdw>
                </a:effectLst>
                <a:latin typeface="Arial" panose="020B0604020202020204" pitchFamily="34" charset="0"/>
              </a:defRPr>
            </a:lvl1pPr>
          </a:lstStyle>
          <a:p>
            <a:pPr>
              <a:defRPr/>
            </a:pPr>
            <a:fld id="{30BA2522-1773-406D-80A9-7EAD01E6459B}" type="slidenum">
              <a:rPr lang="en-US" altLang="en-US"/>
              <a:pPr>
                <a:defRPr/>
              </a:pPr>
              <a:t>‹#›</a:t>
            </a:fld>
            <a:endParaRPr lang="en-US" altLang="en-US"/>
          </a:p>
        </p:txBody>
      </p:sp>
    </p:spTree>
  </p:cSld>
  <p:clrMap bg1="dk2" tx1="lt1" bg2="dk1"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Tahoma"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Tahoma"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Tahoma"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Tahoma" charset="0"/>
        </a:defRPr>
      </a:lvl9pPr>
    </p:titleStyle>
    <p:bodyStyle>
      <a:lvl1pPr marL="342900" indent="-342900" algn="l" rtl="0" eaLnBrk="0" fontAlgn="base" hangingPunct="0">
        <a:spcBef>
          <a:spcPct val="20000"/>
        </a:spcBef>
        <a:spcAft>
          <a:spcPct val="0"/>
        </a:spcAft>
        <a:buClr>
          <a:schemeClr val="hlink"/>
        </a:buClr>
        <a:buSzPct val="65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folHlink"/>
        </a:buClr>
        <a:buSzPct val="65000"/>
        <a:buFont typeface="Wingdings" panose="05000000000000000000" pitchFamily="2" charset="2"/>
        <a:buChar char="n"/>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n"/>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fo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SzPct val="65000"/>
        <a:buFont typeface="Wingdings" pitchFamily="2" charset="2"/>
        <a:buChar char="n"/>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5" descr="t3">
            <a:extLst>
              <a:ext uri="{FF2B5EF4-FFF2-40B4-BE49-F238E27FC236}">
                <a16:creationId xmlns:a16="http://schemas.microsoft.com/office/drawing/2014/main" id="{2BC71574-2AC1-4B7D-9DE8-CE3626DCBA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32E638D5-8633-4BE7-9063-9107FB345279}"/>
              </a:ext>
            </a:extLst>
          </p:cNvPr>
          <p:cNvSpPr>
            <a:spLocks noGrp="1" noChangeArrowheads="1"/>
          </p:cNvSpPr>
          <p:nvPr>
            <p:ph type="ctrTitle"/>
          </p:nvPr>
        </p:nvSpPr>
        <p:spPr>
          <a:xfrm>
            <a:off x="228600" y="457200"/>
            <a:ext cx="8686800" cy="762000"/>
          </a:xfrm>
        </p:spPr>
        <p:txBody>
          <a:bodyPr anchor="t"/>
          <a:lstStyle/>
          <a:p>
            <a:pPr eaLnBrk="1" hangingPunct="1">
              <a:defRPr/>
            </a:pPr>
            <a:r>
              <a:rPr lang="en-US" sz="3800" b="1" dirty="0"/>
              <a:t>Personal Fitness Tracker</a:t>
            </a:r>
          </a:p>
        </p:txBody>
      </p:sp>
      <p:pic>
        <p:nvPicPr>
          <p:cNvPr id="3075" name="Picture 6">
            <a:extLst>
              <a:ext uri="{FF2B5EF4-FFF2-40B4-BE49-F238E27FC236}">
                <a16:creationId xmlns:a16="http://schemas.microsoft.com/office/drawing/2014/main" id="{0E4B2C5C-AD30-4198-B374-19F3B83BB3F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00463" y="5257800"/>
            <a:ext cx="1862137"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a:extLst>
              <a:ext uri="{FF2B5EF4-FFF2-40B4-BE49-F238E27FC236}">
                <a16:creationId xmlns:a16="http://schemas.microsoft.com/office/drawing/2014/main" id="{FF97D062-E1AD-45A5-A031-C65671F95993}"/>
              </a:ext>
            </a:extLst>
          </p:cNvPr>
          <p:cNvSpPr txBox="1">
            <a:spLocks noChangeArrowheads="1"/>
          </p:cNvSpPr>
          <p:nvPr/>
        </p:nvSpPr>
        <p:spPr bwMode="auto">
          <a:xfrm>
            <a:off x="381000" y="2617788"/>
            <a:ext cx="8343900" cy="2335212"/>
          </a:xfrm>
          <a:prstGeom prst="rect">
            <a:avLst/>
          </a:prstGeom>
          <a:noFill/>
          <a:ln w="9525">
            <a:noFill/>
            <a:miter lim="800000"/>
            <a:headEnd/>
            <a:tailEnd/>
          </a:ln>
          <a:effectLst/>
        </p:spPr>
        <p:txBody>
          <a:bodyP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Tahoma"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Tahoma"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Tahoma"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Tahoma" charset="0"/>
              </a:defRPr>
            </a:lvl9pPr>
          </a:lstStyle>
          <a:p>
            <a:pPr eaLnBrk="1" hangingPunct="1">
              <a:defRPr/>
            </a:pPr>
            <a:r>
              <a:rPr lang="en-US" sz="4600" kern="0" dirty="0"/>
              <a:t>CS519</a:t>
            </a:r>
          </a:p>
          <a:p>
            <a:pPr eaLnBrk="1" hangingPunct="1">
              <a:defRPr/>
            </a:pPr>
            <a:r>
              <a:rPr lang="en-US" sz="4600" kern="0" dirty="0"/>
              <a:t>Associate Degree Program (ADP)</a:t>
            </a:r>
          </a:p>
        </p:txBody>
      </p:sp>
      <p:sp>
        <p:nvSpPr>
          <p:cNvPr id="5" name="Rectangle 2">
            <a:extLst>
              <a:ext uri="{FF2B5EF4-FFF2-40B4-BE49-F238E27FC236}">
                <a16:creationId xmlns:a16="http://schemas.microsoft.com/office/drawing/2014/main" id="{AEAD0E64-9163-44DD-86FB-37B5FCFC12E7}"/>
              </a:ext>
            </a:extLst>
          </p:cNvPr>
          <p:cNvSpPr txBox="1">
            <a:spLocks noChangeArrowheads="1"/>
          </p:cNvSpPr>
          <p:nvPr/>
        </p:nvSpPr>
        <p:spPr bwMode="auto">
          <a:xfrm>
            <a:off x="228600" y="1676400"/>
            <a:ext cx="8686800" cy="762000"/>
          </a:xfrm>
          <a:prstGeom prst="rect">
            <a:avLst/>
          </a:prstGeom>
          <a:noFill/>
          <a:ln w="9525">
            <a:noFill/>
            <a:miter lim="800000"/>
            <a:headEnd/>
            <a:tailEnd/>
          </a:ln>
          <a:effectLst/>
        </p:spPr>
        <p:txBody>
          <a:bodyPr/>
          <a:lst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charset="0"/>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charset="0"/>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charset="0"/>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Tahoma" charset="0"/>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Tahoma" charset="0"/>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Tahoma" charset="0"/>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Tahoma" charset="0"/>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Tahoma" charset="0"/>
              </a:defRPr>
            </a:lvl9pPr>
          </a:lstStyle>
          <a:p>
            <a:pPr eaLnBrk="1" hangingPunct="1">
              <a:defRPr/>
            </a:pPr>
            <a:r>
              <a:rPr lang="en-US" sz="2800" b="1" kern="0" dirty="0">
                <a:effectLst/>
              </a:rPr>
              <a:t>Computer Science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C4BA8821-49EB-4F13-BF2B-93DA9DDEA10B}"/>
              </a:ext>
            </a:extLst>
          </p:cNvPr>
          <p:cNvSpPr>
            <a:spLocks noGrp="1" noChangeArrowheads="1"/>
          </p:cNvSpPr>
          <p:nvPr>
            <p:ph type="title"/>
          </p:nvPr>
        </p:nvSpPr>
        <p:spPr/>
        <p:txBody>
          <a:bodyPr/>
          <a:lstStyle/>
          <a:p>
            <a:pPr eaLnBrk="1" hangingPunct="1">
              <a:defRPr/>
            </a:pPr>
            <a:r>
              <a:rPr lang="en-US" sz="5900" dirty="0"/>
              <a:t>Introduction</a:t>
            </a:r>
          </a:p>
        </p:txBody>
      </p:sp>
      <p:sp>
        <p:nvSpPr>
          <p:cNvPr id="135171" name="Rectangle 3">
            <a:extLst>
              <a:ext uri="{FF2B5EF4-FFF2-40B4-BE49-F238E27FC236}">
                <a16:creationId xmlns:a16="http://schemas.microsoft.com/office/drawing/2014/main" id="{139DC7B1-9927-4678-976F-2E39D21B99EA}"/>
              </a:ext>
            </a:extLst>
          </p:cNvPr>
          <p:cNvSpPr>
            <a:spLocks noGrp="1" noChangeArrowheads="1"/>
          </p:cNvSpPr>
          <p:nvPr>
            <p:ph type="body" idx="1"/>
          </p:nvPr>
        </p:nvSpPr>
        <p:spPr>
          <a:xfrm>
            <a:off x="533400" y="2514600"/>
            <a:ext cx="8153400" cy="1766637"/>
          </a:xfrm>
        </p:spPr>
        <p:txBody>
          <a:bodyPr>
            <a:spAutoFit/>
          </a:bodyPr>
          <a:lstStyle/>
          <a:p>
            <a:pPr algn="ctr" eaLnBrk="1" hangingPunct="1">
              <a:buNone/>
              <a:defRPr/>
            </a:pPr>
            <a:r>
              <a:rPr lang="en-US" dirty="0"/>
              <a:t>Name: Ali Hasnain</a:t>
            </a:r>
          </a:p>
          <a:p>
            <a:pPr algn="ctr" eaLnBrk="1" hangingPunct="1">
              <a:buNone/>
              <a:defRPr/>
            </a:pPr>
            <a:r>
              <a:rPr lang="en-US" dirty="0"/>
              <a:t>VU ID: BC230411456</a:t>
            </a:r>
          </a:p>
          <a:p>
            <a:pPr algn="ctr" eaLnBrk="1" hangingPunct="1">
              <a:buNone/>
              <a:defRPr/>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4">
            <a:extLst>
              <a:ext uri="{FF2B5EF4-FFF2-40B4-BE49-F238E27FC236}">
                <a16:creationId xmlns:a16="http://schemas.microsoft.com/office/drawing/2014/main" id="{D439DA79-5B05-440C-B99A-3F1190B64AE4}"/>
              </a:ext>
            </a:extLst>
          </p:cNvPr>
          <p:cNvSpPr>
            <a:spLocks noGrp="1" noChangeArrowheads="1"/>
          </p:cNvSpPr>
          <p:nvPr>
            <p:ph type="ctrTitle"/>
          </p:nvPr>
        </p:nvSpPr>
        <p:spPr>
          <a:xfrm>
            <a:off x="495300" y="-53009"/>
            <a:ext cx="8305800" cy="762000"/>
          </a:xfrm>
        </p:spPr>
        <p:txBody>
          <a:bodyPr/>
          <a:lstStyle/>
          <a:p>
            <a:pPr eaLnBrk="1" hangingPunct="1">
              <a:defRPr/>
            </a:pPr>
            <a:r>
              <a:rPr lang="en-US" sz="4000" dirty="0"/>
              <a:t>Introduction of Project</a:t>
            </a:r>
          </a:p>
        </p:txBody>
      </p:sp>
      <p:sp>
        <p:nvSpPr>
          <p:cNvPr id="5125" name="Text Box 9">
            <a:extLst>
              <a:ext uri="{FF2B5EF4-FFF2-40B4-BE49-F238E27FC236}">
                <a16:creationId xmlns:a16="http://schemas.microsoft.com/office/drawing/2014/main" id="{1C22BB97-6CC1-486B-A265-2A447F7CE8A3}"/>
              </a:ext>
            </a:extLst>
          </p:cNvPr>
          <p:cNvSpPr txBox="1">
            <a:spLocks noChangeArrowheads="1"/>
          </p:cNvSpPr>
          <p:nvPr/>
        </p:nvSpPr>
        <p:spPr bwMode="auto">
          <a:xfrm>
            <a:off x="977348" y="738808"/>
            <a:ext cx="7810500" cy="4401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algn="just">
              <a:buNone/>
            </a:pPr>
            <a:r>
              <a:rPr lang="en-US" sz="2800" dirty="0"/>
              <a:t>The Personal Fitness Tracker is a web-based application that helps users manage fitness activities and monitor health progress. Unregistered users can view general tips and routines, while registered users can log workouts, meals, and water intake, and track progress through charts. Trainers interact with users by giving feedback and suggestions, and admins manage users, trainers, and public content</a:t>
            </a:r>
            <a:endParaRPr lang="en-US" sz="16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D551E965-CA8F-404A-9B22-1D7AA11188BB}"/>
              </a:ext>
            </a:extLst>
          </p:cNvPr>
          <p:cNvSpPr>
            <a:spLocks noGrp="1" noChangeArrowheads="1"/>
          </p:cNvSpPr>
          <p:nvPr>
            <p:ph type="title"/>
          </p:nvPr>
        </p:nvSpPr>
        <p:spPr>
          <a:xfrm>
            <a:off x="457200" y="192110"/>
            <a:ext cx="8229600" cy="990600"/>
          </a:xfrm>
        </p:spPr>
        <p:txBody>
          <a:bodyPr/>
          <a:lstStyle/>
          <a:p>
            <a:pPr eaLnBrk="1" hangingPunct="1">
              <a:defRPr/>
            </a:pPr>
            <a:r>
              <a:rPr lang="en-US" dirty="0"/>
              <a:t>Project Schedule</a:t>
            </a:r>
          </a:p>
        </p:txBody>
      </p:sp>
      <p:sp>
        <p:nvSpPr>
          <p:cNvPr id="6148" name="Rectangle 5">
            <a:extLst>
              <a:ext uri="{FF2B5EF4-FFF2-40B4-BE49-F238E27FC236}">
                <a16:creationId xmlns:a16="http://schemas.microsoft.com/office/drawing/2014/main" id="{912A45F5-163A-495F-956D-B24C7FEE38F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lr>
                <a:schemeClr val="hlink"/>
              </a:buClr>
              <a:buSzPct val="65000"/>
              <a:buFont typeface="Wingdings" panose="05000000000000000000" pitchFamily="2" charset="2"/>
              <a:buChar char="n"/>
              <a:defRPr sz="3200">
                <a:solidFill>
                  <a:schemeClr val="tx1"/>
                </a:solidFill>
                <a:latin typeface="Tahoma" panose="020B0604030504040204" pitchFamily="34" charset="0"/>
              </a:defRPr>
            </a:lvl1pPr>
            <a:lvl2pPr marL="742950" indent="-285750">
              <a:spcBef>
                <a:spcPct val="20000"/>
              </a:spcBef>
              <a:buClr>
                <a:schemeClr val="folHlink"/>
              </a:buClr>
              <a:buSzPct val="65000"/>
              <a:buFont typeface="Wingdings" panose="05000000000000000000" pitchFamily="2" charset="2"/>
              <a:buChar char="n"/>
              <a:defRPr sz="2800">
                <a:solidFill>
                  <a:schemeClr val="tx1"/>
                </a:solidFill>
                <a:latin typeface="Tahoma" panose="020B0604030504040204" pitchFamily="34" charset="0"/>
              </a:defRPr>
            </a:lvl2pPr>
            <a:lvl3pPr marL="1143000" indent="-228600">
              <a:spcBef>
                <a:spcPct val="20000"/>
              </a:spcBef>
              <a:buClr>
                <a:schemeClr val="hlink"/>
              </a:buClr>
              <a:buSzPct val="65000"/>
              <a:buFont typeface="Wingdings" panose="05000000000000000000" pitchFamily="2" charset="2"/>
              <a:buChar char="n"/>
              <a:defRPr sz="2400">
                <a:solidFill>
                  <a:schemeClr val="tx1"/>
                </a:solidFill>
                <a:latin typeface="Tahoma" panose="020B0604030504040204" pitchFamily="34" charset="0"/>
              </a:defRPr>
            </a:lvl3pPr>
            <a:lvl4pPr marL="1600200" indent="-228600">
              <a:spcBef>
                <a:spcPct val="20000"/>
              </a:spcBef>
              <a:buClr>
                <a:schemeClr val="folHlink"/>
              </a:buClr>
              <a:buSzPct val="65000"/>
              <a:buFont typeface="Wingdings" panose="05000000000000000000" pitchFamily="2" charset="2"/>
              <a:buChar char="n"/>
              <a:defRPr sz="2000">
                <a:solidFill>
                  <a:schemeClr val="tx1"/>
                </a:solidFill>
                <a:latin typeface="Tahoma" panose="020B0604030504040204" pitchFamily="34" charset="0"/>
              </a:defRPr>
            </a:lvl4pPr>
            <a:lvl5pPr marL="2057400" indent="-228600">
              <a:spcBef>
                <a:spcPct val="20000"/>
              </a:spcBef>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hlink"/>
              </a:buClr>
              <a:buSzPct val="65000"/>
              <a:buFont typeface="Wingdings" panose="05000000000000000000" pitchFamily="2" charset="2"/>
              <a:buChar char="n"/>
              <a:defRPr sz="2000">
                <a:solidFill>
                  <a:schemeClr val="tx1"/>
                </a:solidFill>
                <a:latin typeface="Tahoma" panose="020B0604030504040204" pitchFamily="34" charset="0"/>
              </a:defRPr>
            </a:lvl9pPr>
          </a:lstStyle>
          <a:p>
            <a:pPr eaLnBrk="1" hangingPunct="1">
              <a:spcBef>
                <a:spcPct val="0"/>
              </a:spcBef>
              <a:buClrTx/>
              <a:buSzTx/>
              <a:buFontTx/>
              <a:buNone/>
            </a:pPr>
            <a:endParaRPr lang="en-US" altLang="en-US" sz="1800">
              <a:latin typeface="Arial" panose="020B0604020202020204" pitchFamily="34" charset="0"/>
            </a:endParaRPr>
          </a:p>
        </p:txBody>
      </p:sp>
      <p:sp>
        <p:nvSpPr>
          <p:cNvPr id="4" name="Rectangle 4">
            <a:extLst>
              <a:ext uri="{FF2B5EF4-FFF2-40B4-BE49-F238E27FC236}">
                <a16:creationId xmlns:a16="http://schemas.microsoft.com/office/drawing/2014/main" id="{A8212B03-4814-432C-BD22-595BD5373F1E}"/>
              </a:ext>
            </a:extLst>
          </p:cNvPr>
          <p:cNvSpPr>
            <a:spLocks noChangeArrowheads="1"/>
          </p:cNvSpPr>
          <p:nvPr/>
        </p:nvSpPr>
        <p:spPr bwMode="auto">
          <a:xfrm>
            <a:off x="762000" y="1404635"/>
            <a:ext cx="942113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PK"/>
          </a:p>
        </p:txBody>
      </p:sp>
      <p:pic>
        <p:nvPicPr>
          <p:cNvPr id="7" name="Picture 6">
            <a:extLst>
              <a:ext uri="{FF2B5EF4-FFF2-40B4-BE49-F238E27FC236}">
                <a16:creationId xmlns:a16="http://schemas.microsoft.com/office/drawing/2014/main" id="{CC4FDF19-5786-47C2-BF6F-A356776AD32B}"/>
              </a:ext>
            </a:extLst>
          </p:cNvPr>
          <p:cNvPicPr/>
          <p:nvPr/>
        </p:nvPicPr>
        <p:blipFill>
          <a:blip r:embed="rId2">
            <a:extLst>
              <a:ext uri="{28A0092B-C50C-407E-A947-70E740481C1C}">
                <a14:useLocalDpi xmlns:a14="http://schemas.microsoft.com/office/drawing/2010/main" val="0"/>
              </a:ext>
            </a:extLst>
          </a:blip>
          <a:srcRect t="4387" b="4094"/>
          <a:stretch>
            <a:fillRect/>
          </a:stretch>
        </p:blipFill>
        <p:spPr bwMode="auto">
          <a:xfrm>
            <a:off x="1316935" y="1272257"/>
            <a:ext cx="7048500" cy="40590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B0333-56CB-45F3-BCD4-75BC37502E29}"/>
              </a:ext>
            </a:extLst>
          </p:cNvPr>
          <p:cNvSpPr>
            <a:spLocks noGrp="1"/>
          </p:cNvSpPr>
          <p:nvPr>
            <p:ph type="title"/>
          </p:nvPr>
        </p:nvSpPr>
        <p:spPr>
          <a:xfrm>
            <a:off x="486177" y="0"/>
            <a:ext cx="8229600" cy="762000"/>
          </a:xfrm>
        </p:spPr>
        <p:txBody>
          <a:bodyPr/>
          <a:lstStyle/>
          <a:p>
            <a:pPr>
              <a:defRPr/>
            </a:pPr>
            <a:r>
              <a:rPr lang="en-US" dirty="0"/>
              <a:t>Use Case Diagram</a:t>
            </a:r>
          </a:p>
        </p:txBody>
      </p:sp>
      <p:sp>
        <p:nvSpPr>
          <p:cNvPr id="4" name="Rectangle 2">
            <a:extLst>
              <a:ext uri="{FF2B5EF4-FFF2-40B4-BE49-F238E27FC236}">
                <a16:creationId xmlns:a16="http://schemas.microsoft.com/office/drawing/2014/main" id="{2BB79C0D-7504-4FC1-B4D2-2304BB509D73}"/>
              </a:ext>
            </a:extLst>
          </p:cNvPr>
          <p:cNvSpPr>
            <a:spLocks noChangeArrowheads="1"/>
          </p:cNvSpPr>
          <p:nvPr/>
        </p:nvSpPr>
        <p:spPr bwMode="auto">
          <a:xfrm>
            <a:off x="1485900" y="785191"/>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PK"/>
          </a:p>
        </p:txBody>
      </p:sp>
      <p:pic>
        <p:nvPicPr>
          <p:cNvPr id="6" name="Picture 5" descr="A diagram of a login system&#10;&#10;AI-generated content may be incorrect.">
            <a:extLst>
              <a:ext uri="{FF2B5EF4-FFF2-40B4-BE49-F238E27FC236}">
                <a16:creationId xmlns:a16="http://schemas.microsoft.com/office/drawing/2014/main" id="{4014D4AC-9D02-47E0-A26B-A1DB55B444CC}"/>
              </a:ext>
            </a:extLst>
          </p:cNvPr>
          <p:cNvPicPr/>
          <p:nvPr/>
        </p:nvPicPr>
        <p:blipFill>
          <a:blip r:embed="rId2">
            <a:extLst>
              <a:ext uri="{28A0092B-C50C-407E-A947-70E740481C1C}">
                <a14:useLocalDpi xmlns:a14="http://schemas.microsoft.com/office/drawing/2010/main" val="0"/>
              </a:ext>
            </a:extLst>
          </a:blip>
          <a:stretch>
            <a:fillRect/>
          </a:stretch>
        </p:blipFill>
        <p:spPr>
          <a:xfrm>
            <a:off x="1752600" y="785191"/>
            <a:ext cx="6019800" cy="534061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E51E1-0CA1-4DBE-B2CA-312F4C422027}"/>
              </a:ext>
            </a:extLst>
          </p:cNvPr>
          <p:cNvSpPr>
            <a:spLocks noGrp="1"/>
          </p:cNvSpPr>
          <p:nvPr>
            <p:ph type="title"/>
          </p:nvPr>
        </p:nvSpPr>
        <p:spPr>
          <a:xfrm>
            <a:off x="533400" y="20392"/>
            <a:ext cx="8229600" cy="513008"/>
          </a:xfrm>
        </p:spPr>
        <p:txBody>
          <a:bodyPr/>
          <a:lstStyle/>
          <a:p>
            <a:pPr>
              <a:defRPr/>
            </a:pPr>
            <a:r>
              <a:rPr lang="en-US" sz="3600" dirty="0"/>
              <a:t>Entity-Relationship</a:t>
            </a:r>
            <a:r>
              <a:rPr lang="en-US" dirty="0"/>
              <a:t> Diagram</a:t>
            </a:r>
          </a:p>
        </p:txBody>
      </p:sp>
      <p:pic>
        <p:nvPicPr>
          <p:cNvPr id="5" name="Picture 4">
            <a:extLst>
              <a:ext uri="{FF2B5EF4-FFF2-40B4-BE49-F238E27FC236}">
                <a16:creationId xmlns:a16="http://schemas.microsoft.com/office/drawing/2014/main" id="{F25282D7-2C2F-4AF6-8D97-A608DB4639B2}"/>
              </a:ext>
            </a:extLst>
          </p:cNvPr>
          <p:cNvPicPr/>
          <p:nvPr/>
        </p:nvPicPr>
        <p:blipFill>
          <a:blip r:embed="rId2">
            <a:extLst>
              <a:ext uri="{28A0092B-C50C-407E-A947-70E740481C1C}">
                <a14:useLocalDpi xmlns:a14="http://schemas.microsoft.com/office/drawing/2010/main" val="0"/>
              </a:ext>
            </a:extLst>
          </a:blip>
          <a:stretch>
            <a:fillRect/>
          </a:stretch>
        </p:blipFill>
        <p:spPr>
          <a:xfrm>
            <a:off x="1371600" y="685800"/>
            <a:ext cx="6858000" cy="5562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10F0E-2220-4F53-A559-329BE37211F7}"/>
              </a:ext>
            </a:extLst>
          </p:cNvPr>
          <p:cNvSpPr>
            <a:spLocks noGrp="1"/>
          </p:cNvSpPr>
          <p:nvPr>
            <p:ph type="title"/>
          </p:nvPr>
        </p:nvSpPr>
        <p:spPr>
          <a:xfrm>
            <a:off x="457200" y="0"/>
            <a:ext cx="8229600" cy="762000"/>
          </a:xfrm>
        </p:spPr>
        <p:txBody>
          <a:bodyPr/>
          <a:lstStyle/>
          <a:p>
            <a:pPr>
              <a:defRPr/>
            </a:pPr>
            <a:r>
              <a:rPr lang="en-US" dirty="0"/>
              <a:t>Relational Schema</a:t>
            </a:r>
          </a:p>
        </p:txBody>
      </p:sp>
      <p:pic>
        <p:nvPicPr>
          <p:cNvPr id="5" name="Picture 4">
            <a:extLst>
              <a:ext uri="{FF2B5EF4-FFF2-40B4-BE49-F238E27FC236}">
                <a16:creationId xmlns:a16="http://schemas.microsoft.com/office/drawing/2014/main" id="{51FACA12-0E48-4B13-A3A4-CC7D4EFC5C50}"/>
              </a:ext>
            </a:extLst>
          </p:cNvPr>
          <p:cNvPicPr/>
          <p:nvPr/>
        </p:nvPicPr>
        <p:blipFill>
          <a:blip r:embed="rId2">
            <a:extLst>
              <a:ext uri="{28A0092B-C50C-407E-A947-70E740481C1C}">
                <a14:useLocalDpi xmlns:a14="http://schemas.microsoft.com/office/drawing/2010/main" val="0"/>
              </a:ext>
            </a:extLst>
          </a:blip>
          <a:stretch>
            <a:fillRect/>
          </a:stretch>
        </p:blipFill>
        <p:spPr>
          <a:xfrm>
            <a:off x="2286000" y="765312"/>
            <a:ext cx="5334000" cy="548308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98E233F2-EC55-4E5C-A2BB-CE895A6FBB5D}"/>
              </a:ext>
            </a:extLst>
          </p:cNvPr>
          <p:cNvSpPr>
            <a:spLocks noGrp="1" noChangeArrowheads="1"/>
          </p:cNvSpPr>
          <p:nvPr>
            <p:ph type="ctrTitle"/>
          </p:nvPr>
        </p:nvSpPr>
        <p:spPr>
          <a:xfrm>
            <a:off x="457200" y="31124"/>
            <a:ext cx="7772400" cy="838200"/>
          </a:xfrm>
        </p:spPr>
        <p:txBody>
          <a:bodyPr/>
          <a:lstStyle/>
          <a:p>
            <a:pPr eaLnBrk="1" hangingPunct="1">
              <a:defRPr/>
            </a:pPr>
            <a:r>
              <a:rPr lang="en-US" sz="4000" dirty="0"/>
              <a:t>User Interfaces</a:t>
            </a:r>
          </a:p>
        </p:txBody>
      </p:sp>
      <p:pic>
        <p:nvPicPr>
          <p:cNvPr id="2" name="Picture 1">
            <a:extLst>
              <a:ext uri="{FF2B5EF4-FFF2-40B4-BE49-F238E27FC236}">
                <a16:creationId xmlns:a16="http://schemas.microsoft.com/office/drawing/2014/main" id="{04B0BF5F-A25F-4CB4-A7FF-D1742ADAB18C}"/>
              </a:ext>
            </a:extLst>
          </p:cNvPr>
          <p:cNvPicPr>
            <a:picLocks noChangeAspect="1"/>
          </p:cNvPicPr>
          <p:nvPr/>
        </p:nvPicPr>
        <p:blipFill>
          <a:blip r:embed="rId2"/>
          <a:stretch>
            <a:fillRect/>
          </a:stretch>
        </p:blipFill>
        <p:spPr>
          <a:xfrm>
            <a:off x="152400" y="1396626"/>
            <a:ext cx="8839200" cy="406474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98E233F2-EC55-4E5C-A2BB-CE895A6FBB5D}"/>
              </a:ext>
            </a:extLst>
          </p:cNvPr>
          <p:cNvSpPr>
            <a:spLocks noGrp="1" noChangeArrowheads="1"/>
          </p:cNvSpPr>
          <p:nvPr>
            <p:ph type="ctrTitle"/>
          </p:nvPr>
        </p:nvSpPr>
        <p:spPr>
          <a:xfrm>
            <a:off x="457200" y="31124"/>
            <a:ext cx="7772400" cy="838200"/>
          </a:xfrm>
        </p:spPr>
        <p:txBody>
          <a:bodyPr/>
          <a:lstStyle/>
          <a:p>
            <a:pPr eaLnBrk="1" hangingPunct="1">
              <a:defRPr/>
            </a:pPr>
            <a:r>
              <a:rPr lang="en-US" sz="4000" dirty="0"/>
              <a:t>User Interfaces</a:t>
            </a:r>
          </a:p>
        </p:txBody>
      </p:sp>
      <p:pic>
        <p:nvPicPr>
          <p:cNvPr id="2" name="Picture 1">
            <a:extLst>
              <a:ext uri="{FF2B5EF4-FFF2-40B4-BE49-F238E27FC236}">
                <a16:creationId xmlns:a16="http://schemas.microsoft.com/office/drawing/2014/main" id="{FD281192-5DF5-46EA-AD2A-2BB694C095B8}"/>
              </a:ext>
            </a:extLst>
          </p:cNvPr>
          <p:cNvPicPr>
            <a:picLocks noChangeAspect="1"/>
          </p:cNvPicPr>
          <p:nvPr/>
        </p:nvPicPr>
        <p:blipFill>
          <a:blip r:embed="rId2"/>
          <a:stretch>
            <a:fillRect/>
          </a:stretch>
        </p:blipFill>
        <p:spPr>
          <a:xfrm>
            <a:off x="2405062" y="1504950"/>
            <a:ext cx="4333875" cy="3848100"/>
          </a:xfrm>
          <a:prstGeom prst="rect">
            <a:avLst/>
          </a:prstGeom>
        </p:spPr>
      </p:pic>
    </p:spTree>
    <p:extLst>
      <p:ext uri="{BB962C8B-B14F-4D97-AF65-F5344CB8AC3E}">
        <p14:creationId xmlns:p14="http://schemas.microsoft.com/office/powerpoint/2010/main" val="26689899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98E233F2-EC55-4E5C-A2BB-CE895A6FBB5D}"/>
              </a:ext>
            </a:extLst>
          </p:cNvPr>
          <p:cNvSpPr>
            <a:spLocks noGrp="1" noChangeArrowheads="1"/>
          </p:cNvSpPr>
          <p:nvPr>
            <p:ph type="ctrTitle"/>
          </p:nvPr>
        </p:nvSpPr>
        <p:spPr>
          <a:xfrm>
            <a:off x="457200" y="31124"/>
            <a:ext cx="7772400" cy="838200"/>
          </a:xfrm>
        </p:spPr>
        <p:txBody>
          <a:bodyPr/>
          <a:lstStyle/>
          <a:p>
            <a:pPr eaLnBrk="1" hangingPunct="1">
              <a:defRPr/>
            </a:pPr>
            <a:r>
              <a:rPr lang="en-US" sz="4000" dirty="0"/>
              <a:t>User Interfaces</a:t>
            </a:r>
          </a:p>
        </p:txBody>
      </p:sp>
      <p:pic>
        <p:nvPicPr>
          <p:cNvPr id="2" name="Picture 1">
            <a:extLst>
              <a:ext uri="{FF2B5EF4-FFF2-40B4-BE49-F238E27FC236}">
                <a16:creationId xmlns:a16="http://schemas.microsoft.com/office/drawing/2014/main" id="{CDB26A1D-1A02-4697-B758-E2343C7E230E}"/>
              </a:ext>
            </a:extLst>
          </p:cNvPr>
          <p:cNvPicPr>
            <a:picLocks noChangeAspect="1"/>
          </p:cNvPicPr>
          <p:nvPr/>
        </p:nvPicPr>
        <p:blipFill>
          <a:blip r:embed="rId2"/>
          <a:stretch>
            <a:fillRect/>
          </a:stretch>
        </p:blipFill>
        <p:spPr>
          <a:xfrm>
            <a:off x="2181225" y="1004887"/>
            <a:ext cx="4781550" cy="4848225"/>
          </a:xfrm>
          <a:prstGeom prst="rect">
            <a:avLst/>
          </a:prstGeom>
        </p:spPr>
      </p:pic>
    </p:spTree>
    <p:extLst>
      <p:ext uri="{BB962C8B-B14F-4D97-AF65-F5344CB8AC3E}">
        <p14:creationId xmlns:p14="http://schemas.microsoft.com/office/powerpoint/2010/main" val="40311014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98E233F2-EC55-4E5C-A2BB-CE895A6FBB5D}"/>
              </a:ext>
            </a:extLst>
          </p:cNvPr>
          <p:cNvSpPr>
            <a:spLocks noGrp="1" noChangeArrowheads="1"/>
          </p:cNvSpPr>
          <p:nvPr>
            <p:ph type="ctrTitle"/>
          </p:nvPr>
        </p:nvSpPr>
        <p:spPr>
          <a:xfrm>
            <a:off x="457200" y="31124"/>
            <a:ext cx="7772400" cy="838200"/>
          </a:xfrm>
        </p:spPr>
        <p:txBody>
          <a:bodyPr/>
          <a:lstStyle/>
          <a:p>
            <a:pPr eaLnBrk="1" hangingPunct="1">
              <a:defRPr/>
            </a:pPr>
            <a:r>
              <a:rPr lang="en-US" sz="4000" dirty="0"/>
              <a:t>User Interfaces</a:t>
            </a:r>
          </a:p>
        </p:txBody>
      </p:sp>
      <p:pic>
        <p:nvPicPr>
          <p:cNvPr id="2" name="Picture 1">
            <a:extLst>
              <a:ext uri="{FF2B5EF4-FFF2-40B4-BE49-F238E27FC236}">
                <a16:creationId xmlns:a16="http://schemas.microsoft.com/office/drawing/2014/main" id="{D61CEDD1-0FD3-4B49-BC0A-8F7F126E8D67}"/>
              </a:ext>
            </a:extLst>
          </p:cNvPr>
          <p:cNvPicPr>
            <a:picLocks noChangeAspect="1"/>
          </p:cNvPicPr>
          <p:nvPr/>
        </p:nvPicPr>
        <p:blipFill>
          <a:blip r:embed="rId2"/>
          <a:stretch>
            <a:fillRect/>
          </a:stretch>
        </p:blipFill>
        <p:spPr>
          <a:xfrm>
            <a:off x="0" y="1384886"/>
            <a:ext cx="9144000" cy="4088227"/>
          </a:xfrm>
          <a:prstGeom prst="rect">
            <a:avLst/>
          </a:prstGeom>
        </p:spPr>
      </p:pic>
    </p:spTree>
    <p:extLst>
      <p:ext uri="{BB962C8B-B14F-4D97-AF65-F5344CB8AC3E}">
        <p14:creationId xmlns:p14="http://schemas.microsoft.com/office/powerpoint/2010/main" val="4226360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E040C945-BC6D-497A-8D33-74C13D6943B7}"/>
              </a:ext>
            </a:extLst>
          </p:cNvPr>
          <p:cNvSpPr>
            <a:spLocks noGrp="1" noChangeArrowheads="1"/>
          </p:cNvSpPr>
          <p:nvPr>
            <p:ph type="title"/>
          </p:nvPr>
        </p:nvSpPr>
        <p:spPr/>
        <p:txBody>
          <a:bodyPr/>
          <a:lstStyle/>
          <a:p>
            <a:pPr eaLnBrk="1" hangingPunct="1">
              <a:defRPr/>
            </a:pPr>
            <a:r>
              <a:rPr lang="en-US"/>
              <a:t>Tools</a:t>
            </a:r>
          </a:p>
        </p:txBody>
      </p:sp>
      <p:sp>
        <p:nvSpPr>
          <p:cNvPr id="65539" name="Rectangle 3">
            <a:extLst>
              <a:ext uri="{FF2B5EF4-FFF2-40B4-BE49-F238E27FC236}">
                <a16:creationId xmlns:a16="http://schemas.microsoft.com/office/drawing/2014/main" id="{1BD81FCC-C41D-488B-8917-74D90493EBC4}"/>
              </a:ext>
            </a:extLst>
          </p:cNvPr>
          <p:cNvSpPr>
            <a:spLocks noGrp="1" noChangeArrowheads="1"/>
          </p:cNvSpPr>
          <p:nvPr>
            <p:ph type="body" idx="1"/>
          </p:nvPr>
        </p:nvSpPr>
        <p:spPr>
          <a:xfrm>
            <a:off x="457200" y="1981200"/>
            <a:ext cx="8229600" cy="3429000"/>
          </a:xfrm>
        </p:spPr>
        <p:txBody>
          <a:bodyPr/>
          <a:lstStyle/>
          <a:p>
            <a:pPr eaLnBrk="1" hangingPunct="1">
              <a:defRPr/>
            </a:pPr>
            <a:r>
              <a:rPr lang="en-US" dirty="0"/>
              <a:t>Html</a:t>
            </a:r>
          </a:p>
          <a:p>
            <a:pPr eaLnBrk="1" hangingPunct="1">
              <a:defRPr/>
            </a:pPr>
            <a:r>
              <a:rPr lang="en-US"/>
              <a:t>CSS</a:t>
            </a:r>
            <a:endParaRPr lang="en-US" dirty="0"/>
          </a:p>
          <a:p>
            <a:pPr eaLnBrk="1" hangingPunct="1">
              <a:defRPr/>
            </a:pPr>
            <a:r>
              <a:rPr lang="en-US" dirty="0"/>
              <a:t>PHP</a:t>
            </a:r>
          </a:p>
          <a:p>
            <a:pPr eaLnBrk="1" hangingPunct="1">
              <a:defRPr/>
            </a:pPr>
            <a:r>
              <a:rPr lang="en-US" dirty="0" err="1"/>
              <a:t>Xampp</a:t>
            </a:r>
            <a:r>
              <a:rPr lang="en-US" dirty="0"/>
              <a:t> (MYSQL (Database))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F529A-317E-4D9C-9F3C-4493858B0204}"/>
              </a:ext>
            </a:extLst>
          </p:cNvPr>
          <p:cNvSpPr>
            <a:spLocks noGrp="1"/>
          </p:cNvSpPr>
          <p:nvPr>
            <p:ph idx="4294967295"/>
          </p:nvPr>
        </p:nvSpPr>
        <p:spPr>
          <a:xfrm>
            <a:off x="304800" y="2514600"/>
            <a:ext cx="8229600" cy="4114800"/>
          </a:xfrm>
        </p:spPr>
        <p:txBody>
          <a:bodyPr/>
          <a:lstStyle/>
          <a:p>
            <a:pPr marL="0" indent="0" algn="ctr">
              <a:buFont typeface="Wingdings" panose="05000000000000000000" pitchFamily="2" charset="2"/>
              <a:buNone/>
              <a:defRPr/>
            </a:pPr>
            <a:r>
              <a:rPr lang="en-US" sz="7200" b="1" dirty="0"/>
              <a:t>Thank you </a:t>
            </a:r>
          </a:p>
        </p:txBody>
      </p:sp>
    </p:spTree>
  </p:cSld>
  <p:clrMapOvr>
    <a:masterClrMapping/>
  </p:clrMapOvr>
</p:sld>
</file>

<file path=ppt/theme/theme1.xml><?xml version="1.0" encoding="utf-8"?>
<a:theme xmlns:a="http://schemas.openxmlformats.org/drawingml/2006/main" name="Textured">
  <a:themeElements>
    <a:clrScheme name="Textured 5">
      <a:dk1>
        <a:srgbClr val="003366"/>
      </a:dk1>
      <a:lt1>
        <a:srgbClr val="FFFFFF"/>
      </a:lt1>
      <a:dk2>
        <a:srgbClr val="2B5481"/>
      </a:dk2>
      <a:lt2>
        <a:srgbClr val="E5FFFF"/>
      </a:lt2>
      <a:accent1>
        <a:srgbClr val="009999"/>
      </a:accent1>
      <a:accent2>
        <a:srgbClr val="336699"/>
      </a:accent2>
      <a:accent3>
        <a:srgbClr val="ACB3C1"/>
      </a:accent3>
      <a:accent4>
        <a:srgbClr val="DADADA"/>
      </a:accent4>
      <a:accent5>
        <a:srgbClr val="AACACA"/>
      </a:accent5>
      <a:accent6>
        <a:srgbClr val="2D5C8A"/>
      </a:accent6>
      <a:hlink>
        <a:srgbClr val="00CCFF"/>
      </a:hlink>
      <a:folHlink>
        <a:srgbClr val="FFCC00"/>
      </a:folHlink>
    </a:clrScheme>
    <a:fontScheme name="Textured">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charset="0"/>
          </a:defRPr>
        </a:defPPr>
      </a:lstStyle>
    </a:lnDef>
  </a:objectDefaults>
  <a:extraClrSchemeLst>
    <a:extraClrScheme>
      <a:clrScheme name="Textured 1">
        <a:dk1>
          <a:srgbClr val="660000"/>
        </a:dk1>
        <a:lt1>
          <a:srgbClr val="FFFFFF"/>
        </a:lt1>
        <a:dk2>
          <a:srgbClr val="800000"/>
        </a:dk2>
        <a:lt2>
          <a:srgbClr val="FFFFCC"/>
        </a:lt2>
        <a:accent1>
          <a:srgbClr val="BE7960"/>
        </a:accent1>
        <a:accent2>
          <a:srgbClr val="CC6600"/>
        </a:accent2>
        <a:accent3>
          <a:srgbClr val="C0AAAA"/>
        </a:accent3>
        <a:accent4>
          <a:srgbClr val="DADADA"/>
        </a:accent4>
        <a:accent5>
          <a:srgbClr val="DBBEB6"/>
        </a:accent5>
        <a:accent6>
          <a:srgbClr val="B95C00"/>
        </a:accent6>
        <a:hlink>
          <a:srgbClr val="FFCC66"/>
        </a:hlink>
        <a:folHlink>
          <a:srgbClr val="CC3300"/>
        </a:folHlink>
      </a:clrScheme>
      <a:clrMap bg1="dk2" tx1="lt1" bg2="dk1" tx2="lt2" accent1="accent1" accent2="accent2" accent3="accent3" accent4="accent4" accent5="accent5" accent6="accent6" hlink="hlink" folHlink="folHlink"/>
    </a:extraClrScheme>
    <a:extraClrScheme>
      <a:clrScheme name="Textured 2">
        <a:dk1>
          <a:srgbClr val="003300"/>
        </a:dk1>
        <a:lt1>
          <a:srgbClr val="FFFFFF"/>
        </a:lt1>
        <a:dk2>
          <a:srgbClr val="4D6A2A"/>
        </a:dk2>
        <a:lt2>
          <a:srgbClr val="CCFF99"/>
        </a:lt2>
        <a:accent1>
          <a:srgbClr val="33CC33"/>
        </a:accent1>
        <a:accent2>
          <a:srgbClr val="46562A"/>
        </a:accent2>
        <a:accent3>
          <a:srgbClr val="B2B9AC"/>
        </a:accent3>
        <a:accent4>
          <a:srgbClr val="DADADA"/>
        </a:accent4>
        <a:accent5>
          <a:srgbClr val="ADE2AD"/>
        </a:accent5>
        <a:accent6>
          <a:srgbClr val="3F4D25"/>
        </a:accent6>
        <a:hlink>
          <a:srgbClr val="009999"/>
        </a:hlink>
        <a:folHlink>
          <a:srgbClr val="CCCC00"/>
        </a:folHlink>
      </a:clrScheme>
      <a:clrMap bg1="dk2" tx1="lt1" bg2="dk1" tx2="lt2" accent1="accent1" accent2="accent2" accent3="accent3" accent4="accent4" accent5="accent5" accent6="accent6" hlink="hlink" folHlink="folHlink"/>
    </a:extraClrScheme>
    <a:extraClrScheme>
      <a:clrScheme name="Textured 3">
        <a:dk1>
          <a:srgbClr val="4E4E74"/>
        </a:dk1>
        <a:lt1>
          <a:srgbClr val="FFFFFF"/>
        </a:lt1>
        <a:dk2>
          <a:srgbClr val="666699"/>
        </a:dk2>
        <a:lt2>
          <a:srgbClr val="FFFFCC"/>
        </a:lt2>
        <a:accent1>
          <a:srgbClr val="5E5884"/>
        </a:accent1>
        <a:accent2>
          <a:srgbClr val="8AB29D"/>
        </a:accent2>
        <a:accent3>
          <a:srgbClr val="B8B8CA"/>
        </a:accent3>
        <a:accent4>
          <a:srgbClr val="DADADA"/>
        </a:accent4>
        <a:accent5>
          <a:srgbClr val="B6B4C2"/>
        </a:accent5>
        <a:accent6>
          <a:srgbClr val="7DA18E"/>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Textured 4">
        <a:dk1>
          <a:srgbClr val="004E4C"/>
        </a:dk1>
        <a:lt1>
          <a:srgbClr val="FFFFFF"/>
        </a:lt1>
        <a:dk2>
          <a:srgbClr val="006666"/>
        </a:dk2>
        <a:lt2>
          <a:srgbClr val="FFFFCC"/>
        </a:lt2>
        <a:accent1>
          <a:srgbClr val="FFCC00"/>
        </a:accent1>
        <a:accent2>
          <a:srgbClr val="00B0AC"/>
        </a:accent2>
        <a:accent3>
          <a:srgbClr val="AAB8B8"/>
        </a:accent3>
        <a:accent4>
          <a:srgbClr val="DADADA"/>
        </a:accent4>
        <a:accent5>
          <a:srgbClr val="FFE2AA"/>
        </a:accent5>
        <a:accent6>
          <a:srgbClr val="009F9B"/>
        </a:accent6>
        <a:hlink>
          <a:srgbClr val="BA7C3E"/>
        </a:hlink>
        <a:folHlink>
          <a:srgbClr val="724C00"/>
        </a:folHlink>
      </a:clrScheme>
      <a:clrMap bg1="dk2" tx1="lt1" bg2="dk1" tx2="lt2" accent1="accent1" accent2="accent2" accent3="accent3" accent4="accent4" accent5="accent5" accent6="accent6" hlink="hlink" folHlink="folHlink"/>
    </a:extraClrScheme>
    <a:extraClrScheme>
      <a:clrScheme name="Textured 5">
        <a:dk1>
          <a:srgbClr val="003366"/>
        </a:dk1>
        <a:lt1>
          <a:srgbClr val="FFFFFF"/>
        </a:lt1>
        <a:dk2>
          <a:srgbClr val="2B5481"/>
        </a:dk2>
        <a:lt2>
          <a:srgbClr val="E5FFFF"/>
        </a:lt2>
        <a:accent1>
          <a:srgbClr val="009999"/>
        </a:accent1>
        <a:accent2>
          <a:srgbClr val="336699"/>
        </a:accent2>
        <a:accent3>
          <a:srgbClr val="ACB3C1"/>
        </a:accent3>
        <a:accent4>
          <a:srgbClr val="DADADA"/>
        </a:accent4>
        <a:accent5>
          <a:srgbClr val="AACACA"/>
        </a:accent5>
        <a:accent6>
          <a:srgbClr val="2D5C8A"/>
        </a:accent6>
        <a:hlink>
          <a:srgbClr val="00CCFF"/>
        </a:hlink>
        <a:folHlink>
          <a:srgbClr val="FFCC00"/>
        </a:folHlink>
      </a:clrScheme>
      <a:clrMap bg1="dk2" tx1="lt1" bg2="dk1" tx2="lt2" accent1="accent1" accent2="accent2" accent3="accent3" accent4="accent4" accent5="accent5" accent6="accent6" hlink="hlink" folHlink="folHlink"/>
    </a:extraClrScheme>
    <a:extraClrScheme>
      <a:clrScheme name="Textured 6">
        <a:dk1>
          <a:srgbClr val="080808"/>
        </a:dk1>
        <a:lt1>
          <a:srgbClr val="FFFFFF"/>
        </a:lt1>
        <a:dk2>
          <a:srgbClr val="4D4D4D"/>
        </a:dk2>
        <a:lt2>
          <a:srgbClr val="FFFFFF"/>
        </a:lt2>
        <a:accent1>
          <a:srgbClr val="666699"/>
        </a:accent1>
        <a:accent2>
          <a:srgbClr val="3366CC"/>
        </a:accent2>
        <a:accent3>
          <a:srgbClr val="B2B2B2"/>
        </a:accent3>
        <a:accent4>
          <a:srgbClr val="DADADA"/>
        </a:accent4>
        <a:accent5>
          <a:srgbClr val="B8B8CA"/>
        </a:accent5>
        <a:accent6>
          <a:srgbClr val="2D5CB9"/>
        </a:accent6>
        <a:hlink>
          <a:srgbClr val="00CCFF"/>
        </a:hlink>
        <a:folHlink>
          <a:srgbClr val="CCCCFF"/>
        </a:folHlink>
      </a:clrScheme>
      <a:clrMap bg1="dk2" tx1="lt1" bg2="dk1" tx2="lt2" accent1="accent1" accent2="accent2" accent3="accent3" accent4="accent4" accent5="accent5" accent6="accent6" hlink="hlink" folHlink="folHlink"/>
    </a:extraClrScheme>
    <a:extraClrScheme>
      <a:clrScheme name="Textured 7">
        <a:dk1>
          <a:srgbClr val="000000"/>
        </a:dk1>
        <a:lt1>
          <a:srgbClr val="DBDAC2"/>
        </a:lt1>
        <a:dk2>
          <a:srgbClr val="827F4C"/>
        </a:dk2>
        <a:lt2>
          <a:srgbClr val="C0BC94"/>
        </a:lt2>
        <a:accent1>
          <a:srgbClr val="AAA578"/>
        </a:accent1>
        <a:accent2>
          <a:srgbClr val="A2A4AC"/>
        </a:accent2>
        <a:accent3>
          <a:srgbClr val="EAEADD"/>
        </a:accent3>
        <a:accent4>
          <a:srgbClr val="000000"/>
        </a:accent4>
        <a:accent5>
          <a:srgbClr val="D2CFBE"/>
        </a:accent5>
        <a:accent6>
          <a:srgbClr val="92949B"/>
        </a:accent6>
        <a:hlink>
          <a:srgbClr val="5B8800"/>
        </a:hlink>
        <a:folHlink>
          <a:srgbClr val="686532"/>
        </a:folHlink>
      </a:clrScheme>
      <a:clrMap bg1="lt1" tx1="dk1" bg2="lt2" tx2="dk2" accent1="accent1" accent2="accent2" accent3="accent3" accent4="accent4" accent5="accent5" accent6="accent6" hlink="hlink" folHlink="folHlink"/>
    </a:extraClrScheme>
    <a:extraClrScheme>
      <a:clrScheme name="Textured 8">
        <a:dk1>
          <a:srgbClr val="000000"/>
        </a:dk1>
        <a:lt1>
          <a:srgbClr val="DCE8F4"/>
        </a:lt1>
        <a:dk2>
          <a:srgbClr val="7B9CB5"/>
        </a:dk2>
        <a:lt2>
          <a:srgbClr val="969696"/>
        </a:lt2>
        <a:accent1>
          <a:srgbClr val="FFFFFF"/>
        </a:accent1>
        <a:accent2>
          <a:srgbClr val="00BAB6"/>
        </a:accent2>
        <a:accent3>
          <a:srgbClr val="EBF2F8"/>
        </a:accent3>
        <a:accent4>
          <a:srgbClr val="000000"/>
        </a:accent4>
        <a:accent5>
          <a:srgbClr val="FFFFFF"/>
        </a:accent5>
        <a:accent6>
          <a:srgbClr val="00A8A5"/>
        </a:accent6>
        <a:hlink>
          <a:srgbClr val="8A8AD8"/>
        </a:hlink>
        <a:folHlink>
          <a:srgbClr val="24249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Textured</Template>
  <TotalTime>319</TotalTime>
  <Words>120</Words>
  <Application>Microsoft Office PowerPoint</Application>
  <PresentationFormat>On-screen Show (4:3)</PresentationFormat>
  <Paragraphs>23</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Tahoma</vt:lpstr>
      <vt:lpstr>Times New Roman</vt:lpstr>
      <vt:lpstr>Wingdings</vt:lpstr>
      <vt:lpstr>Textured</vt:lpstr>
      <vt:lpstr>PowerPoint Presentation</vt:lpstr>
      <vt:lpstr>Personal Fitness Tracker</vt:lpstr>
      <vt:lpstr>Introduction</vt:lpstr>
      <vt:lpstr>Introduction of Project</vt:lpstr>
      <vt:lpstr>Project Schedule</vt:lpstr>
      <vt:lpstr>Use Case Diagram</vt:lpstr>
      <vt:lpstr>Entity-Relationship Diagram</vt:lpstr>
      <vt:lpstr>Relational Schema</vt:lpstr>
      <vt:lpstr>User Interfaces</vt:lpstr>
      <vt:lpstr>User Interfaces</vt:lpstr>
      <vt:lpstr>User Interfaces</vt:lpstr>
      <vt:lpstr>User Interfaces</vt:lpstr>
      <vt:lpstr>Tools</vt:lpstr>
      <vt:lpstr>PowerPoint Presentation</vt:lpstr>
    </vt:vector>
  </TitlesOfParts>
  <Company>VU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Let us Play Chess Online</dc:title>
  <dc:creator>MUHAMMAD HARIS SIDDIQUI</dc:creator>
  <cp:lastModifiedBy>Usama</cp:lastModifiedBy>
  <cp:revision>152</cp:revision>
  <dcterms:created xsi:type="dcterms:W3CDTF">2007-02-24T01:41:18Z</dcterms:created>
  <dcterms:modified xsi:type="dcterms:W3CDTF">2026-02-25T19:35:45Z</dcterms:modified>
</cp:coreProperties>
</file>